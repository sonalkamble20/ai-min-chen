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3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719"/>
  </p:normalViewPr>
  <p:slideViewPr>
    <p:cSldViewPr snapToGrid="0">
      <p:cViewPr varScale="1">
        <p:scale>
          <a:sx n="119" d="100"/>
          <a:sy n="119" d="100"/>
        </p:scale>
        <p:origin x="23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8D500-CE5A-A64C-BCA4-3698D1C4C72F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28F87-3BFD-034F-ABF2-E9511FE34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2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28F87-3BFD-034F-ABF2-E9511FE341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15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0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95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23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26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5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3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93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72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07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3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5244B-2A3E-9B4C-9525-D5BA626EE975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51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DA1F-7451-F735-63F5-467D72DAD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Meme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C2185-D1BA-4F28-5910-62E97B9BE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Context-Aware Meme Recommendation Using Text Analysis</a:t>
            </a:r>
            <a:br>
              <a:rPr lang="en-US" dirty="0"/>
            </a:br>
            <a:r>
              <a:rPr lang="en-US" b="1" dirty="0"/>
              <a:t>By: Sonal Kamble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4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3858A40-3909-E513-1F32-C3D83051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D7462-D5EE-CDBC-BD7C-D8C53687B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this project?</a:t>
            </a:r>
          </a:p>
          <a:p>
            <a:r>
              <a:rPr lang="en-US" dirty="0"/>
              <a:t>A Java-based app that generates a relevant meme or GIF based on a sentence typed by the user.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does this matter?</a:t>
            </a:r>
          </a:p>
          <a:p>
            <a:r>
              <a:rPr lang="en-US" dirty="0"/>
              <a:t>Memes are a universal communication tool.</a:t>
            </a:r>
          </a:p>
          <a:p>
            <a:r>
              <a:rPr lang="en-US" dirty="0"/>
              <a:t>Automating meme selection saves time and adds humor to everyday communication.</a:t>
            </a:r>
          </a:p>
          <a:p>
            <a:r>
              <a:rPr lang="en-US" dirty="0"/>
              <a:t>Meme recommendation is an emerging topic in AI (context + emotion detection).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144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EBE32D-9A47-9B53-64E3-6C64B55E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758D17-A3AF-6EC4-A394-77689F765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did I choose this project?</a:t>
            </a:r>
          </a:p>
          <a:p>
            <a:r>
              <a:rPr lang="en-US" dirty="0"/>
              <a:t>I wanted an AI project that is simple but fun and creative.</a:t>
            </a:r>
          </a:p>
          <a:p>
            <a:r>
              <a:rPr lang="en-US" dirty="0"/>
              <a:t>Text-to-meme is an unexplored area with lots of potential.</a:t>
            </a:r>
          </a:p>
          <a:p>
            <a:r>
              <a:rPr lang="en-US" dirty="0"/>
              <a:t>It allowed me to work with context understanding, keyword mapping, and multimedia.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41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48CA-225B-9010-0302-D89D7070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26609-EFAE-1466-CEC9-ACB317742ED2}"/>
              </a:ext>
            </a:extLst>
          </p:cNvPr>
          <p:cNvSpPr/>
          <p:nvPr/>
        </p:nvSpPr>
        <p:spPr>
          <a:xfrm>
            <a:off x="4845269" y="2291255"/>
            <a:ext cx="2091557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Layer</a:t>
            </a:r>
          </a:p>
          <a:p>
            <a:pPr algn="ctr"/>
            <a:r>
              <a:rPr lang="en-US" dirty="0"/>
              <a:t>(Swing)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F468E-31E3-366F-686C-05EE2E8D031C}"/>
              </a:ext>
            </a:extLst>
          </p:cNvPr>
          <p:cNvSpPr/>
          <p:nvPr/>
        </p:nvSpPr>
        <p:spPr>
          <a:xfrm>
            <a:off x="4845268" y="3347546"/>
            <a:ext cx="2091557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 Layer</a:t>
            </a:r>
          </a:p>
          <a:p>
            <a:pPr algn="ctr"/>
            <a:r>
              <a:rPr lang="en-US" dirty="0"/>
              <a:t>(Keyword Scoring)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B556E7-0312-4741-86A4-DAECD547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268" y="4394647"/>
            <a:ext cx="2091557" cy="105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US" dirty="0"/>
              <a:t>Data Layer</a:t>
            </a:r>
          </a:p>
          <a:p>
            <a:pPr algn="ctr"/>
            <a:r>
              <a:rPr lang="en-US" dirty="0"/>
              <a:t>(Maps of Memes)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9FE24C-6D64-0840-3510-AAC7CD85B5D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891047" y="2900855"/>
            <a:ext cx="1" cy="446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2D65DE-8936-9A5B-F54F-47AE12C4A4A6}"/>
              </a:ext>
            </a:extLst>
          </p:cNvPr>
          <p:cNvCxnSpPr>
            <a:cxnSpLocks/>
          </p:cNvCxnSpPr>
          <p:nvPr/>
        </p:nvCxnSpPr>
        <p:spPr>
          <a:xfrm flipH="1">
            <a:off x="5891045" y="3947956"/>
            <a:ext cx="1" cy="446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98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8315D1C-E139-782E-6880-8AA12C84C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875CA26-76ED-3724-9F5B-B6676F04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Input:</a:t>
            </a:r>
            <a:r>
              <a:rPr lang="en-US" dirty="0"/>
              <a:t> user’s text</a:t>
            </a:r>
            <a:br>
              <a:rPr lang="en-US" dirty="0"/>
            </a:br>
            <a:r>
              <a:rPr lang="en-US" b="1" dirty="0"/>
              <a:t>Processing:</a:t>
            </a:r>
            <a:r>
              <a:rPr lang="en-US" dirty="0"/>
              <a:t> keyword extraction, context detection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a meme or GIF displayed </a:t>
            </a:r>
            <a:r>
              <a:rPr lang="en-US" dirty="0" err="1"/>
              <a:t>fullscreen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simple pipeline diagram:</a:t>
            </a:r>
            <a:br>
              <a:rPr lang="en-US" dirty="0"/>
            </a:br>
            <a:r>
              <a:rPr lang="en-US" dirty="0"/>
              <a:t>	         </a:t>
            </a:r>
          </a:p>
          <a:p>
            <a:pPr marL="0" indent="0">
              <a:buNone/>
            </a:pPr>
            <a:r>
              <a:rPr lang="en-US" dirty="0"/>
              <a:t>	        → 			→ 		→ 		    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542D7-E832-2BC2-5595-1FD9214C4581}"/>
              </a:ext>
            </a:extLst>
          </p:cNvPr>
          <p:cNvSpPr/>
          <p:nvPr/>
        </p:nvSpPr>
        <p:spPr>
          <a:xfrm>
            <a:off x="1546171" y="4583476"/>
            <a:ext cx="1407235" cy="452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0F660-C9D1-1770-D6FC-24AD9281D745}"/>
              </a:ext>
            </a:extLst>
          </p:cNvPr>
          <p:cNvSpPr/>
          <p:nvPr/>
        </p:nvSpPr>
        <p:spPr>
          <a:xfrm>
            <a:off x="3384332" y="4551945"/>
            <a:ext cx="1660634" cy="598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Keyword Matching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4024B-E430-AE0A-6AEB-182673CE39B1}"/>
              </a:ext>
            </a:extLst>
          </p:cNvPr>
          <p:cNvSpPr/>
          <p:nvPr/>
        </p:nvSpPr>
        <p:spPr>
          <a:xfrm>
            <a:off x="5648364" y="4510565"/>
            <a:ext cx="1209703" cy="598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Scoring Engine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4D21AE-822D-C51D-4859-C2E90713D4EE}"/>
              </a:ext>
            </a:extLst>
          </p:cNvPr>
          <p:cNvSpPr/>
          <p:nvPr/>
        </p:nvSpPr>
        <p:spPr>
          <a:xfrm>
            <a:off x="7461465" y="4551945"/>
            <a:ext cx="1577497" cy="61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Meme</a:t>
            </a:r>
          </a:p>
        </p:txBody>
      </p:sp>
      <p:pic>
        <p:nvPicPr>
          <p:cNvPr id="9" name="Picture 8" descr="A person making a face&#10;&#10;AI-generated content may be incorrect.">
            <a:extLst>
              <a:ext uri="{FF2B5EF4-FFF2-40B4-BE49-F238E27FC236}">
                <a16:creationId xmlns:a16="http://schemas.microsoft.com/office/drawing/2014/main" id="{91FADE87-ADBA-154C-5663-0A3B521C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09" y="3962266"/>
            <a:ext cx="2083632" cy="150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4548-D4B2-0E4D-20A5-31B4F2BD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5C11-AF04-B118-1F59-4CA52D13C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weighted map of memes (Map&lt;String, Meme&gt;)</a:t>
            </a:r>
          </a:p>
          <a:p>
            <a:r>
              <a:rPr lang="en-US" dirty="0"/>
              <a:t>Each meme includes: caption, GIF URL, keyword weight map</a:t>
            </a:r>
          </a:p>
          <a:p>
            <a:r>
              <a:rPr lang="en-US" dirty="0"/>
              <a:t>Memes from: </a:t>
            </a:r>
            <a:r>
              <a:rPr lang="en-US" b="1" dirty="0"/>
              <a:t>The Office</a:t>
            </a:r>
            <a:r>
              <a:rPr lang="en-US" dirty="0"/>
              <a:t>, </a:t>
            </a:r>
            <a:r>
              <a:rPr lang="en-US" b="1" dirty="0"/>
              <a:t>Modern Family</a:t>
            </a:r>
            <a:r>
              <a:rPr lang="en-US" dirty="0"/>
              <a:t>, </a:t>
            </a:r>
            <a:r>
              <a:rPr lang="en-US" b="1" dirty="0"/>
              <a:t>Breaking Bad</a:t>
            </a:r>
            <a:r>
              <a:rPr lang="en-US" dirty="0"/>
              <a:t>, </a:t>
            </a:r>
            <a:r>
              <a:rPr lang="en-US" b="1" dirty="0"/>
              <a:t>Big Bang Theory</a:t>
            </a:r>
            <a:r>
              <a:rPr lang="en-US" dirty="0"/>
              <a:t>, and Bollywood</a:t>
            </a:r>
          </a:p>
          <a:p>
            <a:r>
              <a:rPr lang="en-US" dirty="0"/>
              <a:t>Dataset currently ~20 memes, expandable to 100+</a:t>
            </a:r>
          </a:p>
        </p:txBody>
      </p:sp>
    </p:spTree>
    <p:extLst>
      <p:ext uri="{BB962C8B-B14F-4D97-AF65-F5344CB8AC3E}">
        <p14:creationId xmlns:p14="http://schemas.microsoft.com/office/powerpoint/2010/main" val="239245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241E-F9A8-9B54-22EB-7FDD39A2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Matching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DDEFD-4222-8AA8-79DE-814A1127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keywords from user text</a:t>
            </a:r>
          </a:p>
          <a:p>
            <a:r>
              <a:rPr lang="en-US" dirty="0"/>
              <a:t>Compare with meme keyword maps</a:t>
            </a:r>
          </a:p>
          <a:p>
            <a:r>
              <a:rPr lang="en-US" dirty="0"/>
              <a:t>Compute score</a:t>
            </a:r>
          </a:p>
          <a:p>
            <a:r>
              <a:rPr lang="en-US" dirty="0"/>
              <a:t>Choose highest-scoring meme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5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7383-7C91-FB04-3C34-21CB0A2D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GIF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B459-82A2-E195-C01F-173C3708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Full-screen GIF scaling</a:t>
            </a:r>
          </a:p>
          <a:p>
            <a:r>
              <a:rPr lang="en-US" dirty="0"/>
              <a:t>Support for online GIF URLs</a:t>
            </a:r>
          </a:p>
          <a:p>
            <a:r>
              <a:rPr lang="en-US" dirty="0"/>
              <a:t>Smooth rendering in Swing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6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6AF4-B702-2C09-1C5E-C3CCA70D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DA5D-D8A9-9B1F-75D4-B1EB24A18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“I’m stressed about my deadline.” → </a:t>
            </a:r>
            <a:r>
              <a:rPr lang="en-US" b="1" dirty="0"/>
              <a:t>Michael Scott: NO GOD PLEASE NO!</a:t>
            </a:r>
          </a:p>
          <a:p>
            <a:r>
              <a:rPr lang="en-US" dirty="0"/>
              <a:t>“My experiment finally worked!” → </a:t>
            </a:r>
            <a:r>
              <a:rPr lang="en-US" b="1" dirty="0"/>
              <a:t>Jesse Pinkman: Yeah Science!</a:t>
            </a:r>
          </a:p>
          <a:p>
            <a:r>
              <a:rPr lang="en-US" dirty="0"/>
              <a:t>“I’m feeling sarcastic.” → </a:t>
            </a:r>
            <a:r>
              <a:rPr lang="en-US" b="1" dirty="0"/>
              <a:t>Cameron Tucker sarcastic GIF</a:t>
            </a:r>
          </a:p>
          <a:p>
            <a:r>
              <a:rPr lang="en-US" dirty="0"/>
              <a:t>“I feel powerful.” → </a:t>
            </a:r>
            <a:r>
              <a:rPr lang="en-US" b="1" dirty="0"/>
              <a:t>Walter White: I am the one who knocks.”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9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17AB-5A2E-F09D-626B-0851924A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Examples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25421E-72CE-37D8-BD98-37E37807A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2007763"/>
            <a:ext cx="4266049" cy="3116770"/>
          </a:xfrm>
        </p:spPr>
      </p:pic>
      <p:pic>
        <p:nvPicPr>
          <p:cNvPr id="7" name="Picture 6" descr="A person in a striped robe&#10;&#10;AI-generated content may be incorrect.">
            <a:extLst>
              <a:ext uri="{FF2B5EF4-FFF2-40B4-BE49-F238E27FC236}">
                <a16:creationId xmlns:a16="http://schemas.microsoft.com/office/drawing/2014/main" id="{4CC4C40E-0E15-FE69-40E6-E4C288A8D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315" y="2480441"/>
            <a:ext cx="4351371" cy="314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5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51E0-D0EA-A8A5-C41E-256C76D2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D2BA4-D5F6-FCED-DC5D-D2A3BC3A4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dataset with keyword weighting</a:t>
            </a:r>
          </a:p>
          <a:p>
            <a:r>
              <a:rPr lang="en-US" dirty="0"/>
              <a:t>Created Swing UI</a:t>
            </a:r>
          </a:p>
          <a:p>
            <a:r>
              <a:rPr lang="en-US" dirty="0"/>
              <a:t>Implemented full GIF support</a:t>
            </a:r>
          </a:p>
          <a:p>
            <a:r>
              <a:rPr lang="en-US" dirty="0"/>
              <a:t>Added meme repository</a:t>
            </a:r>
          </a:p>
          <a:p>
            <a:r>
              <a:rPr lang="en-US" dirty="0"/>
              <a:t>Implemented keyword scoring</a:t>
            </a:r>
          </a:p>
          <a:p>
            <a:r>
              <a:rPr lang="en-US" dirty="0"/>
              <a:t>Made the UI colorful &amp; engaging</a:t>
            </a:r>
          </a:p>
        </p:txBody>
      </p:sp>
    </p:spTree>
    <p:extLst>
      <p:ext uri="{BB962C8B-B14F-4D97-AF65-F5344CB8AC3E}">
        <p14:creationId xmlns:p14="http://schemas.microsoft.com/office/powerpoint/2010/main" val="128025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E440-0E52-692E-23FE-EAAC8FD9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Remaining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D0FAE-F405-108F-DAF3-2FC9454B2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Grammar-based parsing to detect subject/object</a:t>
            </a:r>
          </a:p>
          <a:p>
            <a:r>
              <a:rPr lang="en-US" dirty="0"/>
              <a:t>Larger dataset</a:t>
            </a:r>
          </a:p>
          <a:p>
            <a:r>
              <a:rPr lang="en-US" dirty="0"/>
              <a:t>User testing</a:t>
            </a:r>
          </a:p>
          <a:p>
            <a:r>
              <a:rPr lang="en-US" dirty="0"/>
              <a:t>Possibly integrate NLP libraries later</a:t>
            </a:r>
          </a:p>
        </p:txBody>
      </p:sp>
    </p:spTree>
    <p:extLst>
      <p:ext uri="{BB962C8B-B14F-4D97-AF65-F5344CB8AC3E}">
        <p14:creationId xmlns:p14="http://schemas.microsoft.com/office/powerpoint/2010/main" val="23189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5988-A895-EBE0-BFEA-95A70FE3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A0993-6003-222E-24F6-2022BAECB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 overlap causing wrong meme matches</a:t>
            </a:r>
          </a:p>
          <a:p>
            <a:r>
              <a:rPr lang="en-US" dirty="0"/>
              <a:t>GIF sizing issues in Swing</a:t>
            </a:r>
          </a:p>
          <a:p>
            <a:r>
              <a:rPr lang="en-US" dirty="0"/>
              <a:t>Defining 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363952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3944-EA91-E79C-6961-778A3BFF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6B7B-70E0-4682-A304-CA91DAF0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working, context-aware meme generator</a:t>
            </a:r>
          </a:p>
          <a:p>
            <a:r>
              <a:rPr lang="en-US" dirty="0"/>
              <a:t>Simple, scalable, and fun AI project</a:t>
            </a:r>
          </a:p>
          <a:p>
            <a:r>
              <a:rPr lang="en-US" dirty="0"/>
              <a:t>Shows practical use of keyword scoring</a:t>
            </a:r>
          </a:p>
          <a:p>
            <a:r>
              <a:rPr lang="en-US" dirty="0"/>
              <a:t>Strong foundation for future AI improvements</a:t>
            </a:r>
          </a:p>
        </p:txBody>
      </p:sp>
    </p:spTree>
    <p:extLst>
      <p:ext uri="{BB962C8B-B14F-4D97-AF65-F5344CB8AC3E}">
        <p14:creationId xmlns:p14="http://schemas.microsoft.com/office/powerpoint/2010/main" val="17272906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87</TotalTime>
  <Words>430</Words>
  <Application>Microsoft Macintosh PowerPoint</Application>
  <PresentationFormat>Widescreen</PresentationFormat>
  <Paragraphs>73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Gallery</vt:lpstr>
      <vt:lpstr>AI Meme Generator</vt:lpstr>
      <vt:lpstr>Introduction</vt:lpstr>
      <vt:lpstr>Motivation</vt:lpstr>
      <vt:lpstr>Architecture Overview</vt:lpstr>
      <vt:lpstr>System Overview</vt:lpstr>
      <vt:lpstr>Dataset &amp; Design</vt:lpstr>
      <vt:lpstr>Keyword Matching Algorithm</vt:lpstr>
      <vt:lpstr>GIF Integration</vt:lpstr>
      <vt:lpstr>Experimental Results</vt:lpstr>
      <vt:lpstr>Output Examples</vt:lpstr>
      <vt:lpstr>Work Completed</vt:lpstr>
      <vt:lpstr>Work Remaining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sonalkamble209@gmail.com</dc:creator>
  <cp:lastModifiedBy>sonalkamble209@gmail.com</cp:lastModifiedBy>
  <cp:revision>4</cp:revision>
  <dcterms:created xsi:type="dcterms:W3CDTF">2025-12-05T03:09:52Z</dcterms:created>
  <dcterms:modified xsi:type="dcterms:W3CDTF">2025-12-05T14:22:18Z</dcterms:modified>
</cp:coreProperties>
</file>