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4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244B-2A3E-9B4C-9525-D5BA626EE975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155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244B-2A3E-9B4C-9525-D5BA626EE975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607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244B-2A3E-9B4C-9525-D5BA626EE975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953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244B-2A3E-9B4C-9525-D5BA626EE975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235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244B-2A3E-9B4C-9525-D5BA626EE975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266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244B-2A3E-9B4C-9525-D5BA626EE975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550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244B-2A3E-9B4C-9525-D5BA626EE975}" type="datetimeFigureOut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732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244B-2A3E-9B4C-9525-D5BA626EE975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93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235244B-2A3E-9B4C-9525-D5BA626EE975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720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244B-2A3E-9B4C-9525-D5BA626EE975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072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5244B-2A3E-9B4C-9525-D5BA626EE975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349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5244B-2A3E-9B4C-9525-D5BA626EE975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E3F0DDB-A699-0041-A422-D5EB63512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515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4" r:id="rId1"/>
    <p:sldLayoutId id="2147484145" r:id="rId2"/>
    <p:sldLayoutId id="2147484146" r:id="rId3"/>
    <p:sldLayoutId id="2147484147" r:id="rId4"/>
    <p:sldLayoutId id="2147484148" r:id="rId5"/>
    <p:sldLayoutId id="2147484149" r:id="rId6"/>
    <p:sldLayoutId id="2147484150" r:id="rId7"/>
    <p:sldLayoutId id="2147484151" r:id="rId8"/>
    <p:sldLayoutId id="2147484152" r:id="rId9"/>
    <p:sldLayoutId id="2147484153" r:id="rId10"/>
    <p:sldLayoutId id="21474841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6DA1F-7451-F735-63F5-467D72DADC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Meme Generator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DC2185-D1BA-4F28-5910-62E97B9BE8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Context-Aware Meme Recommendation Using Text Analysis</a:t>
            </a:r>
            <a:br>
              <a:rPr lang="en-US" dirty="0"/>
            </a:br>
            <a:r>
              <a:rPr lang="en-US" b="1" dirty="0"/>
              <a:t>By: Sonal Kamble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249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13858A40-3909-E513-1F32-C3D83051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D7462-D5EE-CDBC-BD7C-D8C53687B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is this project?</a:t>
            </a:r>
          </a:p>
          <a:p>
            <a:r>
              <a:rPr lang="en-US" dirty="0"/>
              <a:t>A Java-based app that generates a relevant meme or GIF based on a sentence typed by the user.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Why does this matter?</a:t>
            </a:r>
          </a:p>
          <a:p>
            <a:r>
              <a:rPr lang="en-US" dirty="0"/>
              <a:t>Memes are a universal communication tool.</a:t>
            </a:r>
          </a:p>
          <a:p>
            <a:r>
              <a:rPr lang="en-US" dirty="0"/>
              <a:t>Automating meme selection saves time and adds humor to everyday communication.</a:t>
            </a:r>
          </a:p>
          <a:p>
            <a:r>
              <a:rPr lang="en-US" dirty="0"/>
              <a:t>Meme recommendation is an emerging topic in AI (context + emotion detection).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144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EEBE32D-9A47-9B53-64E3-6C64B55E0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758D17-A3AF-6EC4-A394-77689F765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Why did I choose this project?</a:t>
            </a:r>
          </a:p>
          <a:p>
            <a:r>
              <a:rPr lang="en-US" dirty="0"/>
              <a:t>I wanted an AI project that is simple but fun and creative.</a:t>
            </a:r>
          </a:p>
          <a:p>
            <a:r>
              <a:rPr lang="en-US" dirty="0"/>
              <a:t>Text-to-meme is an unexplored area with lots of potential.</a:t>
            </a:r>
          </a:p>
          <a:p>
            <a:r>
              <a:rPr lang="en-US" dirty="0"/>
              <a:t>It allowed me to work with context understanding, keyword mapping, and multimedia.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641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8315D1C-E139-782E-6880-8AA12C84C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875CA26-76ED-3724-9F5B-B6676F04D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Input:</a:t>
            </a:r>
            <a:r>
              <a:rPr lang="en-US" dirty="0"/>
              <a:t> user’s text</a:t>
            </a:r>
            <a:br>
              <a:rPr lang="en-US" dirty="0"/>
            </a:br>
            <a:r>
              <a:rPr lang="en-US" b="1" dirty="0"/>
              <a:t>Processing:</a:t>
            </a:r>
            <a:r>
              <a:rPr lang="en-US" dirty="0"/>
              <a:t> keyword extraction, context detection</a:t>
            </a:r>
            <a:br>
              <a:rPr lang="en-US" dirty="0"/>
            </a:br>
            <a:r>
              <a:rPr lang="en-US" b="1" dirty="0"/>
              <a:t>Output:</a:t>
            </a:r>
            <a:r>
              <a:rPr lang="en-US" dirty="0"/>
              <a:t> a meme or GIF displayed </a:t>
            </a:r>
            <a:r>
              <a:rPr lang="en-US" dirty="0" err="1"/>
              <a:t>fullscreen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simple pipeline diagram:</a:t>
            </a:r>
            <a:br>
              <a:rPr lang="en-US" dirty="0"/>
            </a:br>
            <a:r>
              <a:rPr lang="en-US" dirty="0"/>
              <a:t>User Input → Keyword Matching → Meme Selection → Display GIF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48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94548-D4B2-0E4D-20A5-31B4F2BDA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&amp;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A5C11-AF04-B118-1F59-4CA52D13C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weighted map of memes (Map&lt;String, Meme&gt;)</a:t>
            </a:r>
          </a:p>
          <a:p>
            <a:r>
              <a:rPr lang="en-US" dirty="0"/>
              <a:t>Each meme includes: caption, GIF URL, keyword weight map</a:t>
            </a:r>
          </a:p>
          <a:p>
            <a:r>
              <a:rPr lang="en-US" dirty="0"/>
              <a:t>Memes from: </a:t>
            </a:r>
            <a:r>
              <a:rPr lang="en-US" b="1" dirty="0"/>
              <a:t>The Office</a:t>
            </a:r>
            <a:r>
              <a:rPr lang="en-US" dirty="0"/>
              <a:t>, </a:t>
            </a:r>
            <a:r>
              <a:rPr lang="en-US" b="1" dirty="0"/>
              <a:t>Modern Family</a:t>
            </a:r>
            <a:r>
              <a:rPr lang="en-US" dirty="0"/>
              <a:t>, </a:t>
            </a:r>
            <a:r>
              <a:rPr lang="en-US" b="1" dirty="0"/>
              <a:t>Breaking Bad</a:t>
            </a:r>
            <a:r>
              <a:rPr lang="en-US" dirty="0"/>
              <a:t>, </a:t>
            </a:r>
            <a:r>
              <a:rPr lang="en-US" b="1" dirty="0"/>
              <a:t>Big Bang Theory</a:t>
            </a:r>
            <a:r>
              <a:rPr lang="en-US" dirty="0"/>
              <a:t>, and Bollywood</a:t>
            </a:r>
          </a:p>
          <a:p>
            <a:r>
              <a:rPr lang="en-US" dirty="0"/>
              <a:t>Dataset currently ~20 memes, expandable to 100+</a:t>
            </a:r>
          </a:p>
        </p:txBody>
      </p:sp>
    </p:spTree>
    <p:extLst>
      <p:ext uri="{BB962C8B-B14F-4D97-AF65-F5344CB8AC3E}">
        <p14:creationId xmlns:p14="http://schemas.microsoft.com/office/powerpoint/2010/main" val="2392458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7241E-F9A8-9B54-22EB-7FDD39A22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 Matching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DDEFD-4222-8AA8-79DE-814A11273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Extract keywords from user text</a:t>
            </a:r>
          </a:p>
          <a:p>
            <a:r>
              <a:rPr lang="en-US" dirty="0"/>
              <a:t>Compare with meme keyword maps</a:t>
            </a:r>
          </a:p>
          <a:p>
            <a:r>
              <a:rPr lang="en-US" dirty="0"/>
              <a:t>Compute score</a:t>
            </a:r>
          </a:p>
          <a:p>
            <a:r>
              <a:rPr lang="en-US" dirty="0"/>
              <a:t>Choose highest-scoring meme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453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97383-7C91-FB04-3C34-21CB0A2D3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GIF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AB459-82A2-E195-C01F-173C37089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Full-screen GIF scaling</a:t>
            </a:r>
          </a:p>
          <a:p>
            <a:r>
              <a:rPr lang="en-US" dirty="0"/>
              <a:t>Support for online GIF URLs</a:t>
            </a:r>
          </a:p>
          <a:p>
            <a:r>
              <a:rPr lang="en-US" dirty="0"/>
              <a:t>Smooth rendering in Swing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461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96AF4-B702-2C09-1C5E-C3CCA70DF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4DA5D-D8A9-9B1F-75D4-B1EB24A18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“I’m stressed about my deadline.” → </a:t>
            </a:r>
            <a:r>
              <a:rPr lang="en-US" b="1" dirty="0"/>
              <a:t>Michael Scott: NO GOD PLEASE NO!</a:t>
            </a:r>
          </a:p>
          <a:p>
            <a:r>
              <a:rPr lang="en-US" dirty="0"/>
              <a:t>“My experiment finally worked!” → </a:t>
            </a:r>
            <a:r>
              <a:rPr lang="en-US" b="1" dirty="0"/>
              <a:t>Jesse Pinkman: Yeah Science!</a:t>
            </a:r>
          </a:p>
          <a:p>
            <a:r>
              <a:rPr lang="en-US" dirty="0"/>
              <a:t>“I’m feeling sarcastic.” → </a:t>
            </a:r>
            <a:r>
              <a:rPr lang="en-US" b="1" dirty="0"/>
              <a:t>Phil Dunphy sarcastic GIF</a:t>
            </a:r>
          </a:p>
          <a:p>
            <a:r>
              <a:rPr lang="en-US" dirty="0"/>
              <a:t>“I feel powerful.” → </a:t>
            </a:r>
            <a:r>
              <a:rPr lang="en-US" b="1" dirty="0"/>
              <a:t>Walter White: I am the one who knocks.”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198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251E0-D0EA-A8A5-C41E-256C76D2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Completed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D2BA4-D5F6-FCED-DC5D-D2A3BC3A4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 dataset with keyword weighting</a:t>
            </a:r>
          </a:p>
          <a:p>
            <a:r>
              <a:rPr lang="en-US" dirty="0"/>
              <a:t>Created Swing UI</a:t>
            </a:r>
          </a:p>
          <a:p>
            <a:r>
              <a:rPr lang="en-US" dirty="0"/>
              <a:t>Implemented full GIF support</a:t>
            </a:r>
          </a:p>
          <a:p>
            <a:r>
              <a:rPr lang="en-US" dirty="0"/>
              <a:t>Added meme repository</a:t>
            </a:r>
          </a:p>
          <a:p>
            <a:r>
              <a:rPr lang="en-US" dirty="0"/>
              <a:t>Implemented keyword scoring</a:t>
            </a:r>
          </a:p>
          <a:p>
            <a:r>
              <a:rPr lang="en-US" dirty="0"/>
              <a:t>Made the UI colorful &amp; engaging</a:t>
            </a:r>
          </a:p>
        </p:txBody>
      </p:sp>
    </p:spTree>
    <p:extLst>
      <p:ext uri="{BB962C8B-B14F-4D97-AF65-F5344CB8AC3E}">
        <p14:creationId xmlns:p14="http://schemas.microsoft.com/office/powerpoint/2010/main" val="1280254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CE440-0E52-692E-23FE-EAAC8FD95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Remaining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D0FAE-F405-108F-DAF3-2FC9454B2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Grammar-based parsing to detect subject/object</a:t>
            </a:r>
          </a:p>
          <a:p>
            <a:r>
              <a:rPr lang="en-US" dirty="0"/>
              <a:t>Larger dataset</a:t>
            </a:r>
          </a:p>
          <a:p>
            <a:r>
              <a:rPr lang="en-US" dirty="0"/>
              <a:t>User testing</a:t>
            </a:r>
          </a:p>
          <a:p>
            <a:r>
              <a:rPr lang="en-US" dirty="0"/>
              <a:t>Possibly integrate NLP libraries later</a:t>
            </a:r>
          </a:p>
        </p:txBody>
      </p:sp>
    </p:spTree>
    <p:extLst>
      <p:ext uri="{BB962C8B-B14F-4D97-AF65-F5344CB8AC3E}">
        <p14:creationId xmlns:p14="http://schemas.microsoft.com/office/powerpoint/2010/main" val="231898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C5988-A895-EBE0-BFEA-95A70FE3A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A0993-6003-222E-24F6-2022BAECB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Keyword overlap causing wrong meme matches</a:t>
            </a:r>
          </a:p>
          <a:p>
            <a:r>
              <a:rPr lang="en-US" dirty="0"/>
              <a:t>GIF sizing issues in Swing</a:t>
            </a:r>
          </a:p>
          <a:p>
            <a:r>
              <a:rPr lang="en-US" dirty="0"/>
              <a:t>Defining evaluation criteria</a:t>
            </a:r>
          </a:p>
        </p:txBody>
      </p:sp>
    </p:spTree>
    <p:extLst>
      <p:ext uri="{BB962C8B-B14F-4D97-AF65-F5344CB8AC3E}">
        <p14:creationId xmlns:p14="http://schemas.microsoft.com/office/powerpoint/2010/main" val="3639525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53944-EA91-E79C-6961-778A3BFF6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D6B7B-70E0-4682-A304-CA91DAF00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 a working, context-aware meme generator</a:t>
            </a:r>
          </a:p>
          <a:p>
            <a:r>
              <a:rPr lang="en-US" dirty="0"/>
              <a:t>Simple, scalable, and fun AI project</a:t>
            </a:r>
          </a:p>
          <a:p>
            <a:r>
              <a:rPr lang="en-US" dirty="0"/>
              <a:t>Shows practical use of keyword scoring</a:t>
            </a:r>
          </a:p>
          <a:p>
            <a:r>
              <a:rPr lang="en-US" dirty="0"/>
              <a:t>Strong foundation for future AI improvements</a:t>
            </a:r>
          </a:p>
        </p:txBody>
      </p:sp>
    </p:spTree>
    <p:extLst>
      <p:ext uri="{BB962C8B-B14F-4D97-AF65-F5344CB8AC3E}">
        <p14:creationId xmlns:p14="http://schemas.microsoft.com/office/powerpoint/2010/main" val="172729063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52</TotalTime>
  <Words>394</Words>
  <Application>Microsoft Macintosh PowerPoint</Application>
  <PresentationFormat>Widescreen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AI Meme Generator</vt:lpstr>
      <vt:lpstr>Introduction</vt:lpstr>
      <vt:lpstr>Motivation</vt:lpstr>
      <vt:lpstr>System Overview</vt:lpstr>
      <vt:lpstr>Dataset &amp; Design</vt:lpstr>
      <vt:lpstr>Keyword Matching Algorithm</vt:lpstr>
      <vt:lpstr>GIF Integration</vt:lpstr>
      <vt:lpstr>Experimental Results</vt:lpstr>
      <vt:lpstr>Work Completed</vt:lpstr>
      <vt:lpstr>Work Remaining</vt:lpstr>
      <vt:lpstr>Challenges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sonalkamble209@gmail.com</dc:creator>
  <cp:lastModifiedBy>sonalkamble209@gmail.com</cp:lastModifiedBy>
  <cp:revision>1</cp:revision>
  <dcterms:created xsi:type="dcterms:W3CDTF">2025-12-05T03:09:52Z</dcterms:created>
  <dcterms:modified xsi:type="dcterms:W3CDTF">2025-12-05T04:02:49Z</dcterms:modified>
</cp:coreProperties>
</file>